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  <p:sldMasterId id="214748369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Stardos Stencil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StardosStencil-regular.fntdata"/><Relationship Id="rId14" Type="http://schemas.openxmlformats.org/officeDocument/2006/relationships/slide" Target="slides/slide8.xml"/><Relationship Id="rId16" Type="http://schemas.openxmlformats.org/officeDocument/2006/relationships/font" Target="fonts/StardosStencil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a7a978315_2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ea7a978315_2_3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af1d5205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af1d5205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af1d5205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af1d5205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a7a978315_2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a7a978315_2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a7a978315_2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ea7a978315_2_10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a7a978315_2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ea7a978315_2_11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a7a978315_2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ea7a978315_2_1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a7a978315_2_1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ea7a978315_2_14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Title Slide">
  <p:cSld name="35_Title Slide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98029" y="110665"/>
            <a:ext cx="4473971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98029" y="1829841"/>
            <a:ext cx="4473970" cy="1936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61" name="Google Shape;61;p14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Title Slide">
  <p:cSld name="30_Title Slide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378200" y="110665"/>
            <a:ext cx="5667770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378200" y="1140729"/>
            <a:ext cx="5667770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9884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>
            <p:ph idx="2" type="pic"/>
          </p:nvPr>
        </p:nvSpPr>
        <p:spPr>
          <a:xfrm>
            <a:off x="98029" y="110665"/>
            <a:ext cx="3182282" cy="41226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68" name="Google Shape;68;p15"/>
          <p:cNvSpPr/>
          <p:nvPr/>
        </p:nvSpPr>
        <p:spPr>
          <a:xfrm>
            <a:off x="98029" y="4312356"/>
            <a:ext cx="3182282" cy="752971"/>
          </a:xfrm>
          <a:prstGeom prst="roundRect">
            <a:avLst>
              <a:gd fmla="val 591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>
            <p:ph idx="3" type="body"/>
          </p:nvPr>
        </p:nvSpPr>
        <p:spPr>
          <a:xfrm>
            <a:off x="170692" y="4752342"/>
            <a:ext cx="3036955" cy="226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Title Slide">
  <p:cSld name="41_Title Slide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>
            <p:ph type="ctrTitle"/>
          </p:nvPr>
        </p:nvSpPr>
        <p:spPr>
          <a:xfrm>
            <a:off x="98471" y="156977"/>
            <a:ext cx="5363858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>
            <p:ph idx="2" type="pic"/>
          </p:nvPr>
        </p:nvSpPr>
        <p:spPr>
          <a:xfrm>
            <a:off x="5635487" y="106051"/>
            <a:ext cx="3410483" cy="4541514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98471" y="1632262"/>
            <a:ext cx="5364006" cy="488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8" name="Google Shape;78;p16"/>
          <p:cNvSpPr txBox="1"/>
          <p:nvPr>
            <p:ph idx="4" type="body"/>
          </p:nvPr>
        </p:nvSpPr>
        <p:spPr>
          <a:xfrm>
            <a:off x="98029" y="2349471"/>
            <a:ext cx="5364299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Title Slide">
  <p:cSld name="42_Title Slide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/>
          <p:nvPr>
            <p:ph type="ctrTitle"/>
          </p:nvPr>
        </p:nvSpPr>
        <p:spPr>
          <a:xfrm>
            <a:off x="98471" y="156977"/>
            <a:ext cx="5363858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98471" y="1632262"/>
            <a:ext cx="5364006" cy="488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98029" y="2349471"/>
            <a:ext cx="5364299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>
            <p:ph idx="4" type="pic"/>
          </p:nvPr>
        </p:nvSpPr>
        <p:spPr>
          <a:xfrm>
            <a:off x="5635487" y="106051"/>
            <a:ext cx="3410483" cy="45415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Title Slide">
  <p:cSld name="34_Title Slide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98029" y="110665"/>
            <a:ext cx="4694104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1195570" y="4439841"/>
            <a:ext cx="3376428" cy="6254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94" name="Google Shape;94;p18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Title Slide">
  <p:cSld name="21_Title Slide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98029" y="110665"/>
            <a:ext cx="4473971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98029" y="1829841"/>
            <a:ext cx="4473970" cy="1936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102" name="Google Shape;102;p19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rgbClr val="FF33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_v2">
  <p:cSld name="5_Title_v2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ctrTitle"/>
          </p:nvPr>
        </p:nvSpPr>
        <p:spPr>
          <a:xfrm>
            <a:off x="98028" y="156977"/>
            <a:ext cx="5920688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98028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98028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3" type="body"/>
          </p:nvPr>
        </p:nvSpPr>
        <p:spPr>
          <a:xfrm>
            <a:off x="3048562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4" type="body"/>
          </p:nvPr>
        </p:nvSpPr>
        <p:spPr>
          <a:xfrm>
            <a:off x="3048562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5" type="body"/>
          </p:nvPr>
        </p:nvSpPr>
        <p:spPr>
          <a:xfrm>
            <a:off x="5999097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6" type="body"/>
          </p:nvPr>
        </p:nvSpPr>
        <p:spPr>
          <a:xfrm>
            <a:off x="5999097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7" type="body"/>
          </p:nvPr>
        </p:nvSpPr>
        <p:spPr>
          <a:xfrm>
            <a:off x="98028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8" type="body"/>
          </p:nvPr>
        </p:nvSpPr>
        <p:spPr>
          <a:xfrm>
            <a:off x="98028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9" type="body"/>
          </p:nvPr>
        </p:nvSpPr>
        <p:spPr>
          <a:xfrm>
            <a:off x="3048563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3" type="body"/>
          </p:nvPr>
        </p:nvSpPr>
        <p:spPr>
          <a:xfrm>
            <a:off x="3048562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4" type="body"/>
          </p:nvPr>
        </p:nvSpPr>
        <p:spPr>
          <a:xfrm>
            <a:off x="5999097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5" type="body"/>
          </p:nvPr>
        </p:nvSpPr>
        <p:spPr>
          <a:xfrm>
            <a:off x="5999097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20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rgbClr val="FF33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Slide">
  <p:cSld name="26_Title Slide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ctrTitle"/>
          </p:nvPr>
        </p:nvSpPr>
        <p:spPr>
          <a:xfrm>
            <a:off x="3378200" y="110665"/>
            <a:ext cx="5667770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subTitle"/>
          </p:nvPr>
        </p:nvSpPr>
        <p:spPr>
          <a:xfrm>
            <a:off x="3378200" y="1140729"/>
            <a:ext cx="5667770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9884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>
            <p:ph idx="2" type="pic"/>
          </p:nvPr>
        </p:nvSpPr>
        <p:spPr>
          <a:xfrm>
            <a:off x="98029" y="110665"/>
            <a:ext cx="3182282" cy="41226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125" name="Google Shape;125;p21"/>
          <p:cNvSpPr/>
          <p:nvPr/>
        </p:nvSpPr>
        <p:spPr>
          <a:xfrm>
            <a:off x="98029" y="4312356"/>
            <a:ext cx="3182282" cy="752971"/>
          </a:xfrm>
          <a:prstGeom prst="roundRect">
            <a:avLst>
              <a:gd fmla="val 5914" name="adj"/>
            </a:avLst>
          </a:prstGeom>
          <a:solidFill>
            <a:srgbClr val="FF33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170692" y="4752342"/>
            <a:ext cx="3036955" cy="226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Title Slide">
  <p:cSld name="36_Title Slide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rgbClr val="FF33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 txBox="1"/>
          <p:nvPr>
            <p:ph type="ctrTitle"/>
          </p:nvPr>
        </p:nvSpPr>
        <p:spPr>
          <a:xfrm>
            <a:off x="98471" y="156977"/>
            <a:ext cx="6522463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" type="subTitle"/>
          </p:nvPr>
        </p:nvSpPr>
        <p:spPr>
          <a:xfrm>
            <a:off x="98471" y="1632262"/>
            <a:ext cx="8075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1" name="Google Shape;131;p22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3" type="body"/>
          </p:nvPr>
        </p:nvSpPr>
        <p:spPr>
          <a:xfrm>
            <a:off x="98029" y="2349471"/>
            <a:ext cx="8075841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2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_Title Slide">
  <p:cSld name="50_Title Slide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98471" y="156977"/>
            <a:ext cx="5363858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" type="subTitle"/>
          </p:nvPr>
        </p:nvSpPr>
        <p:spPr>
          <a:xfrm>
            <a:off x="98471" y="1632262"/>
            <a:ext cx="5364006" cy="488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9" name="Google Shape;139;p23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3" type="body"/>
          </p:nvPr>
        </p:nvSpPr>
        <p:spPr>
          <a:xfrm>
            <a:off x="98029" y="2349471"/>
            <a:ext cx="5364299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23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/>
          <p:nvPr>
            <p:ph idx="4" type="pic"/>
          </p:nvPr>
        </p:nvSpPr>
        <p:spPr>
          <a:xfrm>
            <a:off x="5635487" y="106051"/>
            <a:ext cx="3410483" cy="45415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Title Slide">
  <p:cSld name="38_Title Slide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ctrTitle"/>
          </p:nvPr>
        </p:nvSpPr>
        <p:spPr>
          <a:xfrm>
            <a:off x="98471" y="156977"/>
            <a:ext cx="6522463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" type="subTitle"/>
          </p:nvPr>
        </p:nvSpPr>
        <p:spPr>
          <a:xfrm>
            <a:off x="98471" y="1632262"/>
            <a:ext cx="6855223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7" name="Google Shape;147;p24"/>
          <p:cNvSpPr txBox="1"/>
          <p:nvPr>
            <p:ph idx="2" type="body"/>
          </p:nvPr>
        </p:nvSpPr>
        <p:spPr>
          <a:xfrm>
            <a:off x="98029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3" type="body"/>
          </p:nvPr>
        </p:nvSpPr>
        <p:spPr>
          <a:xfrm>
            <a:off x="98029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4" type="body"/>
          </p:nvPr>
        </p:nvSpPr>
        <p:spPr>
          <a:xfrm>
            <a:off x="2287777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5" type="body"/>
          </p:nvPr>
        </p:nvSpPr>
        <p:spPr>
          <a:xfrm>
            <a:off x="2287777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6" type="body"/>
          </p:nvPr>
        </p:nvSpPr>
        <p:spPr>
          <a:xfrm>
            <a:off x="4549713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7" type="body"/>
          </p:nvPr>
        </p:nvSpPr>
        <p:spPr>
          <a:xfrm>
            <a:off x="4549713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8" type="body"/>
          </p:nvPr>
        </p:nvSpPr>
        <p:spPr>
          <a:xfrm>
            <a:off x="6763523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9" type="body"/>
          </p:nvPr>
        </p:nvSpPr>
        <p:spPr>
          <a:xfrm>
            <a:off x="6763523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24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rgbClr val="FF33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"/>
          <p:cNvSpPr txBox="1"/>
          <p:nvPr>
            <p:ph idx="13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24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Title Slide">
  <p:cSld name="39_Title Slide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ctrTitle"/>
          </p:nvPr>
        </p:nvSpPr>
        <p:spPr>
          <a:xfrm>
            <a:off x="98471" y="156977"/>
            <a:ext cx="6522463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98029" y="1627094"/>
            <a:ext cx="8544490" cy="2618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5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rgbClr val="FF33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Slide">
  <p:cSld name="22_Title Slide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ctrTitle"/>
          </p:nvPr>
        </p:nvSpPr>
        <p:spPr>
          <a:xfrm>
            <a:off x="98029" y="110665"/>
            <a:ext cx="4694104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9" name="Google Shape;169;p26"/>
          <p:cNvSpPr txBox="1"/>
          <p:nvPr>
            <p:ph idx="2" type="body"/>
          </p:nvPr>
        </p:nvSpPr>
        <p:spPr>
          <a:xfrm>
            <a:off x="1195570" y="4439841"/>
            <a:ext cx="3376428" cy="6254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70" name="Google Shape;17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172" name="Google Shape;172;p26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rgbClr val="FF33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Slide">
  <p:cSld name="23_Title Slide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ctrTitle"/>
          </p:nvPr>
        </p:nvSpPr>
        <p:spPr>
          <a:xfrm>
            <a:off x="98029" y="110665"/>
            <a:ext cx="4473971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7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7" name="Google Shape;177;p27"/>
          <p:cNvSpPr txBox="1"/>
          <p:nvPr>
            <p:ph idx="2" type="body"/>
          </p:nvPr>
        </p:nvSpPr>
        <p:spPr>
          <a:xfrm>
            <a:off x="98029" y="1829841"/>
            <a:ext cx="4473970" cy="1936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78" name="Google Shape;17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7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180" name="Google Shape;180;p27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_v2">
  <p:cSld name="6_Title_v2"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ctrTitle"/>
          </p:nvPr>
        </p:nvSpPr>
        <p:spPr>
          <a:xfrm>
            <a:off x="98028" y="156977"/>
            <a:ext cx="5920688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98028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8"/>
          <p:cNvSpPr txBox="1"/>
          <p:nvPr>
            <p:ph idx="2" type="body"/>
          </p:nvPr>
        </p:nvSpPr>
        <p:spPr>
          <a:xfrm>
            <a:off x="98028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6" name="Google Shape;186;p28"/>
          <p:cNvSpPr txBox="1"/>
          <p:nvPr>
            <p:ph idx="3" type="body"/>
          </p:nvPr>
        </p:nvSpPr>
        <p:spPr>
          <a:xfrm>
            <a:off x="3048562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28"/>
          <p:cNvSpPr txBox="1"/>
          <p:nvPr>
            <p:ph idx="4" type="body"/>
          </p:nvPr>
        </p:nvSpPr>
        <p:spPr>
          <a:xfrm>
            <a:off x="3048562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28"/>
          <p:cNvSpPr txBox="1"/>
          <p:nvPr>
            <p:ph idx="5" type="body"/>
          </p:nvPr>
        </p:nvSpPr>
        <p:spPr>
          <a:xfrm>
            <a:off x="5999097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9" name="Google Shape;189;p28"/>
          <p:cNvSpPr txBox="1"/>
          <p:nvPr>
            <p:ph idx="6" type="body"/>
          </p:nvPr>
        </p:nvSpPr>
        <p:spPr>
          <a:xfrm>
            <a:off x="5999097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0" name="Google Shape;190;p28"/>
          <p:cNvSpPr txBox="1"/>
          <p:nvPr>
            <p:ph idx="7" type="body"/>
          </p:nvPr>
        </p:nvSpPr>
        <p:spPr>
          <a:xfrm>
            <a:off x="98028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28"/>
          <p:cNvSpPr txBox="1"/>
          <p:nvPr>
            <p:ph idx="8" type="body"/>
          </p:nvPr>
        </p:nvSpPr>
        <p:spPr>
          <a:xfrm>
            <a:off x="98028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2" name="Google Shape;192;p28"/>
          <p:cNvSpPr txBox="1"/>
          <p:nvPr>
            <p:ph idx="9" type="body"/>
          </p:nvPr>
        </p:nvSpPr>
        <p:spPr>
          <a:xfrm>
            <a:off x="3048563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3" name="Google Shape;193;p28"/>
          <p:cNvSpPr txBox="1"/>
          <p:nvPr>
            <p:ph idx="13" type="body"/>
          </p:nvPr>
        </p:nvSpPr>
        <p:spPr>
          <a:xfrm>
            <a:off x="3048562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4" name="Google Shape;194;p28"/>
          <p:cNvSpPr txBox="1"/>
          <p:nvPr>
            <p:ph idx="14" type="body"/>
          </p:nvPr>
        </p:nvSpPr>
        <p:spPr>
          <a:xfrm>
            <a:off x="5999097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5" name="Google Shape;195;p28"/>
          <p:cNvSpPr txBox="1"/>
          <p:nvPr>
            <p:ph idx="15" type="body"/>
          </p:nvPr>
        </p:nvSpPr>
        <p:spPr>
          <a:xfrm>
            <a:off x="5999097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6" name="Google Shape;196;p28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Slide">
  <p:cSld name="27_Title Slide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ctrTitle"/>
          </p:nvPr>
        </p:nvSpPr>
        <p:spPr>
          <a:xfrm>
            <a:off x="3378200" y="110665"/>
            <a:ext cx="5667770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29"/>
          <p:cNvSpPr txBox="1"/>
          <p:nvPr>
            <p:ph idx="1" type="subTitle"/>
          </p:nvPr>
        </p:nvSpPr>
        <p:spPr>
          <a:xfrm>
            <a:off x="3378200" y="1140729"/>
            <a:ext cx="5667770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01" name="Google Shape;20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9884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9"/>
          <p:cNvSpPr/>
          <p:nvPr>
            <p:ph idx="2" type="pic"/>
          </p:nvPr>
        </p:nvSpPr>
        <p:spPr>
          <a:xfrm>
            <a:off x="98029" y="110665"/>
            <a:ext cx="3182282" cy="41226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203" name="Google Shape;203;p29"/>
          <p:cNvSpPr/>
          <p:nvPr/>
        </p:nvSpPr>
        <p:spPr>
          <a:xfrm>
            <a:off x="98029" y="4312356"/>
            <a:ext cx="3182282" cy="752971"/>
          </a:xfrm>
          <a:prstGeom prst="roundRect">
            <a:avLst>
              <a:gd fmla="val 591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9"/>
          <p:cNvSpPr txBox="1"/>
          <p:nvPr>
            <p:ph idx="3" type="body"/>
          </p:nvPr>
        </p:nvSpPr>
        <p:spPr>
          <a:xfrm>
            <a:off x="170692" y="4752342"/>
            <a:ext cx="3036955" cy="226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Title Slide">
  <p:cSld name="37_Title Slide"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0"/>
          <p:cNvSpPr txBox="1"/>
          <p:nvPr>
            <p:ph type="ctrTitle"/>
          </p:nvPr>
        </p:nvSpPr>
        <p:spPr>
          <a:xfrm>
            <a:off x="98471" y="156977"/>
            <a:ext cx="6522463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30"/>
          <p:cNvSpPr txBox="1"/>
          <p:nvPr>
            <p:ph idx="1" type="subTitle"/>
          </p:nvPr>
        </p:nvSpPr>
        <p:spPr>
          <a:xfrm>
            <a:off x="98471" y="1632262"/>
            <a:ext cx="8075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9" name="Google Shape;209;p30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0" name="Google Shape;210;p30"/>
          <p:cNvSpPr txBox="1"/>
          <p:nvPr>
            <p:ph idx="3" type="body"/>
          </p:nvPr>
        </p:nvSpPr>
        <p:spPr>
          <a:xfrm>
            <a:off x="98029" y="2349471"/>
            <a:ext cx="8075841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1" name="Google Shape;211;p30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_Title Slide">
  <p:cSld name="49_Title Slide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 txBox="1"/>
          <p:nvPr>
            <p:ph type="ctrTitle"/>
          </p:nvPr>
        </p:nvSpPr>
        <p:spPr>
          <a:xfrm>
            <a:off x="98471" y="156977"/>
            <a:ext cx="5363858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1" type="subTitle"/>
          </p:nvPr>
        </p:nvSpPr>
        <p:spPr>
          <a:xfrm>
            <a:off x="98471" y="1632262"/>
            <a:ext cx="5364006" cy="488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7" name="Google Shape;217;p31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3" type="body"/>
          </p:nvPr>
        </p:nvSpPr>
        <p:spPr>
          <a:xfrm>
            <a:off x="98029" y="2349471"/>
            <a:ext cx="5364299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9" name="Google Shape;219;p31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/>
          <p:nvPr>
            <p:ph idx="4" type="pic"/>
          </p:nvPr>
        </p:nvSpPr>
        <p:spPr>
          <a:xfrm>
            <a:off x="5635487" y="106051"/>
            <a:ext cx="3410483" cy="45415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_Title Slide">
  <p:cSld name="44_Title Slide"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ctrTitle"/>
          </p:nvPr>
        </p:nvSpPr>
        <p:spPr>
          <a:xfrm>
            <a:off x="98471" y="156977"/>
            <a:ext cx="6522463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32"/>
          <p:cNvSpPr txBox="1"/>
          <p:nvPr>
            <p:ph idx="1" type="subTitle"/>
          </p:nvPr>
        </p:nvSpPr>
        <p:spPr>
          <a:xfrm>
            <a:off x="98471" y="1632262"/>
            <a:ext cx="6855223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32"/>
          <p:cNvSpPr txBox="1"/>
          <p:nvPr>
            <p:ph idx="2" type="body"/>
          </p:nvPr>
        </p:nvSpPr>
        <p:spPr>
          <a:xfrm>
            <a:off x="98029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3" type="body"/>
          </p:nvPr>
        </p:nvSpPr>
        <p:spPr>
          <a:xfrm>
            <a:off x="98029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4" type="body"/>
          </p:nvPr>
        </p:nvSpPr>
        <p:spPr>
          <a:xfrm>
            <a:off x="2287777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5" type="body"/>
          </p:nvPr>
        </p:nvSpPr>
        <p:spPr>
          <a:xfrm>
            <a:off x="2287777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idx="6" type="body"/>
          </p:nvPr>
        </p:nvSpPr>
        <p:spPr>
          <a:xfrm>
            <a:off x="4549713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7" type="body"/>
          </p:nvPr>
        </p:nvSpPr>
        <p:spPr>
          <a:xfrm>
            <a:off x="4549713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idx="8" type="body"/>
          </p:nvPr>
        </p:nvSpPr>
        <p:spPr>
          <a:xfrm>
            <a:off x="6763523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32"/>
          <p:cNvSpPr txBox="1"/>
          <p:nvPr>
            <p:ph idx="9" type="body"/>
          </p:nvPr>
        </p:nvSpPr>
        <p:spPr>
          <a:xfrm>
            <a:off x="6763523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32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2"/>
          <p:cNvSpPr txBox="1"/>
          <p:nvPr>
            <p:ph idx="13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5" name="Google Shape;235;p32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Title Slide">
  <p:cSld name="31_Title Slide"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ctrTitle"/>
          </p:nvPr>
        </p:nvSpPr>
        <p:spPr>
          <a:xfrm>
            <a:off x="98029" y="110665"/>
            <a:ext cx="4694104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33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0" name="Google Shape;240;p33"/>
          <p:cNvSpPr txBox="1"/>
          <p:nvPr>
            <p:ph idx="2" type="body"/>
          </p:nvPr>
        </p:nvSpPr>
        <p:spPr>
          <a:xfrm>
            <a:off x="1195570" y="4439841"/>
            <a:ext cx="3376428" cy="6254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41" name="Google Shape;24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3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243" name="Google Shape;243;p33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3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itle Slide">
  <p:cSld name="24_Title Slide"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ctrTitle"/>
          </p:nvPr>
        </p:nvSpPr>
        <p:spPr>
          <a:xfrm>
            <a:off x="98029" y="110665"/>
            <a:ext cx="4473971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7" name="Google Shape;247;p34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8" name="Google Shape;248;p34"/>
          <p:cNvSpPr txBox="1"/>
          <p:nvPr>
            <p:ph idx="2" type="body"/>
          </p:nvPr>
        </p:nvSpPr>
        <p:spPr>
          <a:xfrm>
            <a:off x="98029" y="1829841"/>
            <a:ext cx="4473970" cy="1936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49" name="Google Shape;24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4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251" name="Google Shape;251;p34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4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_v2">
  <p:cSld name="7_Title_v2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ctrTitle"/>
          </p:nvPr>
        </p:nvSpPr>
        <p:spPr>
          <a:xfrm>
            <a:off x="98028" y="156977"/>
            <a:ext cx="5920688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98028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35"/>
          <p:cNvSpPr txBox="1"/>
          <p:nvPr>
            <p:ph idx="2" type="body"/>
          </p:nvPr>
        </p:nvSpPr>
        <p:spPr>
          <a:xfrm>
            <a:off x="98028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7" name="Google Shape;257;p35"/>
          <p:cNvSpPr txBox="1"/>
          <p:nvPr>
            <p:ph idx="3" type="body"/>
          </p:nvPr>
        </p:nvSpPr>
        <p:spPr>
          <a:xfrm>
            <a:off x="3048562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8" name="Google Shape;258;p35"/>
          <p:cNvSpPr txBox="1"/>
          <p:nvPr>
            <p:ph idx="4" type="body"/>
          </p:nvPr>
        </p:nvSpPr>
        <p:spPr>
          <a:xfrm>
            <a:off x="3048562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9" name="Google Shape;259;p35"/>
          <p:cNvSpPr txBox="1"/>
          <p:nvPr>
            <p:ph idx="5" type="body"/>
          </p:nvPr>
        </p:nvSpPr>
        <p:spPr>
          <a:xfrm>
            <a:off x="5999097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0" name="Google Shape;260;p35"/>
          <p:cNvSpPr txBox="1"/>
          <p:nvPr>
            <p:ph idx="6" type="body"/>
          </p:nvPr>
        </p:nvSpPr>
        <p:spPr>
          <a:xfrm>
            <a:off x="5999097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5"/>
          <p:cNvSpPr txBox="1"/>
          <p:nvPr>
            <p:ph idx="7" type="body"/>
          </p:nvPr>
        </p:nvSpPr>
        <p:spPr>
          <a:xfrm>
            <a:off x="98028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5"/>
          <p:cNvSpPr txBox="1"/>
          <p:nvPr>
            <p:ph idx="8" type="body"/>
          </p:nvPr>
        </p:nvSpPr>
        <p:spPr>
          <a:xfrm>
            <a:off x="98028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3" name="Google Shape;263;p35"/>
          <p:cNvSpPr txBox="1"/>
          <p:nvPr>
            <p:ph idx="9" type="body"/>
          </p:nvPr>
        </p:nvSpPr>
        <p:spPr>
          <a:xfrm>
            <a:off x="3048563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4" name="Google Shape;264;p35"/>
          <p:cNvSpPr txBox="1"/>
          <p:nvPr>
            <p:ph idx="13" type="body"/>
          </p:nvPr>
        </p:nvSpPr>
        <p:spPr>
          <a:xfrm>
            <a:off x="3048562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5" name="Google Shape;265;p35"/>
          <p:cNvSpPr txBox="1"/>
          <p:nvPr>
            <p:ph idx="14" type="body"/>
          </p:nvPr>
        </p:nvSpPr>
        <p:spPr>
          <a:xfrm>
            <a:off x="5999097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6" name="Google Shape;266;p35"/>
          <p:cNvSpPr txBox="1"/>
          <p:nvPr>
            <p:ph idx="15" type="body"/>
          </p:nvPr>
        </p:nvSpPr>
        <p:spPr>
          <a:xfrm>
            <a:off x="5999097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7" name="Google Shape;267;p35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ctrTitle"/>
          </p:nvPr>
        </p:nvSpPr>
        <p:spPr>
          <a:xfrm>
            <a:off x="3378200" y="110665"/>
            <a:ext cx="5667770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1" type="subTitle"/>
          </p:nvPr>
        </p:nvSpPr>
        <p:spPr>
          <a:xfrm>
            <a:off x="3378200" y="1140729"/>
            <a:ext cx="5667770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72" name="Google Shape;27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9884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6"/>
          <p:cNvSpPr/>
          <p:nvPr>
            <p:ph idx="2" type="pic"/>
          </p:nvPr>
        </p:nvSpPr>
        <p:spPr>
          <a:xfrm>
            <a:off x="98029" y="110665"/>
            <a:ext cx="3182282" cy="41226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274" name="Google Shape;274;p36"/>
          <p:cNvSpPr/>
          <p:nvPr/>
        </p:nvSpPr>
        <p:spPr>
          <a:xfrm>
            <a:off x="98029" y="4312356"/>
            <a:ext cx="3182282" cy="752971"/>
          </a:xfrm>
          <a:prstGeom prst="roundRect">
            <a:avLst>
              <a:gd fmla="val 591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6"/>
          <p:cNvSpPr txBox="1"/>
          <p:nvPr>
            <p:ph idx="3" type="body"/>
          </p:nvPr>
        </p:nvSpPr>
        <p:spPr>
          <a:xfrm>
            <a:off x="170692" y="4752342"/>
            <a:ext cx="3036955" cy="226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_Title Slide">
  <p:cSld name="43_Title Slide"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7"/>
          <p:cNvSpPr txBox="1"/>
          <p:nvPr>
            <p:ph type="ctrTitle"/>
          </p:nvPr>
        </p:nvSpPr>
        <p:spPr>
          <a:xfrm>
            <a:off x="98471" y="156977"/>
            <a:ext cx="6522463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1" type="subTitle"/>
          </p:nvPr>
        </p:nvSpPr>
        <p:spPr>
          <a:xfrm>
            <a:off x="98471" y="1632262"/>
            <a:ext cx="8075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0" name="Google Shape;280;p37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1" name="Google Shape;281;p37"/>
          <p:cNvSpPr txBox="1"/>
          <p:nvPr>
            <p:ph idx="3" type="body"/>
          </p:nvPr>
        </p:nvSpPr>
        <p:spPr>
          <a:xfrm>
            <a:off x="98029" y="2349471"/>
            <a:ext cx="8075841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2" name="Google Shape;282;p37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_Title Slide">
  <p:cSld name="45_Title Slide"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ctrTitle"/>
          </p:nvPr>
        </p:nvSpPr>
        <p:spPr>
          <a:xfrm>
            <a:off x="98471" y="156977"/>
            <a:ext cx="6522463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6" name="Google Shape;286;p38"/>
          <p:cNvSpPr txBox="1"/>
          <p:nvPr>
            <p:ph idx="1" type="subTitle"/>
          </p:nvPr>
        </p:nvSpPr>
        <p:spPr>
          <a:xfrm>
            <a:off x="98471" y="1632262"/>
            <a:ext cx="6855223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7" name="Google Shape;287;p38"/>
          <p:cNvSpPr txBox="1"/>
          <p:nvPr>
            <p:ph idx="2" type="body"/>
          </p:nvPr>
        </p:nvSpPr>
        <p:spPr>
          <a:xfrm>
            <a:off x="98029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38"/>
          <p:cNvSpPr txBox="1"/>
          <p:nvPr>
            <p:ph idx="3" type="body"/>
          </p:nvPr>
        </p:nvSpPr>
        <p:spPr>
          <a:xfrm>
            <a:off x="98029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9" name="Google Shape;289;p38"/>
          <p:cNvSpPr txBox="1"/>
          <p:nvPr>
            <p:ph idx="4" type="body"/>
          </p:nvPr>
        </p:nvSpPr>
        <p:spPr>
          <a:xfrm>
            <a:off x="2287777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38"/>
          <p:cNvSpPr txBox="1"/>
          <p:nvPr>
            <p:ph idx="5" type="body"/>
          </p:nvPr>
        </p:nvSpPr>
        <p:spPr>
          <a:xfrm>
            <a:off x="2287777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1" name="Google Shape;291;p38"/>
          <p:cNvSpPr txBox="1"/>
          <p:nvPr>
            <p:ph idx="6" type="body"/>
          </p:nvPr>
        </p:nvSpPr>
        <p:spPr>
          <a:xfrm>
            <a:off x="4549713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2" name="Google Shape;292;p38"/>
          <p:cNvSpPr txBox="1"/>
          <p:nvPr>
            <p:ph idx="7" type="body"/>
          </p:nvPr>
        </p:nvSpPr>
        <p:spPr>
          <a:xfrm>
            <a:off x="4549713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3" name="Google Shape;293;p38"/>
          <p:cNvSpPr txBox="1"/>
          <p:nvPr>
            <p:ph idx="8" type="body"/>
          </p:nvPr>
        </p:nvSpPr>
        <p:spPr>
          <a:xfrm>
            <a:off x="6763523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4" name="Google Shape;294;p38"/>
          <p:cNvSpPr txBox="1"/>
          <p:nvPr>
            <p:ph idx="9" type="body"/>
          </p:nvPr>
        </p:nvSpPr>
        <p:spPr>
          <a:xfrm>
            <a:off x="6763523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5" name="Google Shape;295;p38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8"/>
          <p:cNvSpPr txBox="1"/>
          <p:nvPr>
            <p:ph idx="13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7" name="Google Shape;297;p38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Title Slide">
  <p:cSld name="32_Title Slide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ctrTitle"/>
          </p:nvPr>
        </p:nvSpPr>
        <p:spPr>
          <a:xfrm>
            <a:off x="98029" y="110665"/>
            <a:ext cx="4694104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1195570" y="4439841"/>
            <a:ext cx="3376428" cy="6254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03" name="Google Shape;30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9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305" name="Google Shape;305;p39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9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Slide">
  <p:cSld name="25_Title Slide"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ctrTitle"/>
          </p:nvPr>
        </p:nvSpPr>
        <p:spPr>
          <a:xfrm>
            <a:off x="98029" y="110665"/>
            <a:ext cx="4473971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10" name="Google Shape;310;p40"/>
          <p:cNvSpPr txBox="1"/>
          <p:nvPr>
            <p:ph idx="2" type="body"/>
          </p:nvPr>
        </p:nvSpPr>
        <p:spPr>
          <a:xfrm>
            <a:off x="98029" y="1829841"/>
            <a:ext cx="4473970" cy="1936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11" name="Google Shape;311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0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313" name="Google Shape;313;p40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0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_v2">
  <p:cSld name="8_Title_v2"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/>
          <p:nvPr>
            <p:ph type="ctrTitle"/>
          </p:nvPr>
        </p:nvSpPr>
        <p:spPr>
          <a:xfrm>
            <a:off x="98028" y="156977"/>
            <a:ext cx="5920688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idx="1" type="body"/>
          </p:nvPr>
        </p:nvSpPr>
        <p:spPr>
          <a:xfrm>
            <a:off x="98028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2" type="body"/>
          </p:nvPr>
        </p:nvSpPr>
        <p:spPr>
          <a:xfrm>
            <a:off x="98028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9" name="Google Shape;319;p41"/>
          <p:cNvSpPr txBox="1"/>
          <p:nvPr>
            <p:ph idx="3" type="body"/>
          </p:nvPr>
        </p:nvSpPr>
        <p:spPr>
          <a:xfrm>
            <a:off x="3048562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0" name="Google Shape;320;p41"/>
          <p:cNvSpPr txBox="1"/>
          <p:nvPr>
            <p:ph idx="4" type="body"/>
          </p:nvPr>
        </p:nvSpPr>
        <p:spPr>
          <a:xfrm>
            <a:off x="3048562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1" name="Google Shape;321;p41"/>
          <p:cNvSpPr txBox="1"/>
          <p:nvPr>
            <p:ph idx="5" type="body"/>
          </p:nvPr>
        </p:nvSpPr>
        <p:spPr>
          <a:xfrm>
            <a:off x="5999097" y="2606584"/>
            <a:ext cx="2051359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2" name="Google Shape;322;p41"/>
          <p:cNvSpPr txBox="1"/>
          <p:nvPr>
            <p:ph idx="6" type="body"/>
          </p:nvPr>
        </p:nvSpPr>
        <p:spPr>
          <a:xfrm>
            <a:off x="5999097" y="2072186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41"/>
          <p:cNvSpPr txBox="1"/>
          <p:nvPr>
            <p:ph idx="7" type="body"/>
          </p:nvPr>
        </p:nvSpPr>
        <p:spPr>
          <a:xfrm>
            <a:off x="98028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41"/>
          <p:cNvSpPr txBox="1"/>
          <p:nvPr>
            <p:ph idx="8" type="body"/>
          </p:nvPr>
        </p:nvSpPr>
        <p:spPr>
          <a:xfrm>
            <a:off x="98028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5" name="Google Shape;325;p41"/>
          <p:cNvSpPr txBox="1"/>
          <p:nvPr>
            <p:ph idx="9" type="body"/>
          </p:nvPr>
        </p:nvSpPr>
        <p:spPr>
          <a:xfrm>
            <a:off x="3048563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41"/>
          <p:cNvSpPr txBox="1"/>
          <p:nvPr>
            <p:ph idx="13" type="body"/>
          </p:nvPr>
        </p:nvSpPr>
        <p:spPr>
          <a:xfrm>
            <a:off x="3048562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41"/>
          <p:cNvSpPr txBox="1"/>
          <p:nvPr>
            <p:ph idx="14" type="body"/>
          </p:nvPr>
        </p:nvSpPr>
        <p:spPr>
          <a:xfrm>
            <a:off x="5999097" y="4077274"/>
            <a:ext cx="2061607" cy="4750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8" name="Google Shape;328;p41"/>
          <p:cNvSpPr txBox="1"/>
          <p:nvPr>
            <p:ph idx="15" type="body"/>
          </p:nvPr>
        </p:nvSpPr>
        <p:spPr>
          <a:xfrm>
            <a:off x="5999097" y="3547453"/>
            <a:ext cx="628234" cy="4704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9" name="Google Shape;329;p41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Slide">
  <p:cSld name="29_Title Slide"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type="ctrTitle"/>
          </p:nvPr>
        </p:nvSpPr>
        <p:spPr>
          <a:xfrm>
            <a:off x="3378200" y="110665"/>
            <a:ext cx="5667770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3" name="Google Shape;333;p42"/>
          <p:cNvSpPr txBox="1"/>
          <p:nvPr>
            <p:ph idx="1" type="subTitle"/>
          </p:nvPr>
        </p:nvSpPr>
        <p:spPr>
          <a:xfrm>
            <a:off x="3378200" y="1140729"/>
            <a:ext cx="5667770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334" name="Google Shape;33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9884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2"/>
          <p:cNvSpPr/>
          <p:nvPr>
            <p:ph idx="2" type="pic"/>
          </p:nvPr>
        </p:nvSpPr>
        <p:spPr>
          <a:xfrm>
            <a:off x="98029" y="110665"/>
            <a:ext cx="3182282" cy="41226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336" name="Google Shape;336;p42"/>
          <p:cNvSpPr/>
          <p:nvPr/>
        </p:nvSpPr>
        <p:spPr>
          <a:xfrm>
            <a:off x="98029" y="4312356"/>
            <a:ext cx="3182282" cy="752971"/>
          </a:xfrm>
          <a:prstGeom prst="roundRect">
            <a:avLst>
              <a:gd fmla="val 591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2"/>
          <p:cNvSpPr txBox="1"/>
          <p:nvPr>
            <p:ph idx="3" type="body"/>
          </p:nvPr>
        </p:nvSpPr>
        <p:spPr>
          <a:xfrm>
            <a:off x="170692" y="4752342"/>
            <a:ext cx="3036955" cy="2261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_Title Slide">
  <p:cSld name="47_Title Slide">
    <p:bg>
      <p:bgPr>
        <a:solidFill>
          <a:schemeClr val="lt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3"/>
          <p:cNvSpPr txBox="1"/>
          <p:nvPr>
            <p:ph type="ctrTitle"/>
          </p:nvPr>
        </p:nvSpPr>
        <p:spPr>
          <a:xfrm>
            <a:off x="98471" y="156977"/>
            <a:ext cx="6522463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1" name="Google Shape;341;p43"/>
          <p:cNvSpPr txBox="1"/>
          <p:nvPr>
            <p:ph idx="1" type="subTitle"/>
          </p:nvPr>
        </p:nvSpPr>
        <p:spPr>
          <a:xfrm>
            <a:off x="98471" y="1632262"/>
            <a:ext cx="8075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43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3" name="Google Shape;343;p43"/>
          <p:cNvSpPr txBox="1"/>
          <p:nvPr>
            <p:ph idx="3" type="body"/>
          </p:nvPr>
        </p:nvSpPr>
        <p:spPr>
          <a:xfrm>
            <a:off x="98029" y="2349471"/>
            <a:ext cx="8075841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4" name="Google Shape;344;p43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Title Slide">
  <p:cSld name="40_Title Slide">
    <p:bg>
      <p:bgPr>
        <a:solidFill>
          <a:schemeClr val="l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4"/>
          <p:cNvSpPr txBox="1"/>
          <p:nvPr>
            <p:ph type="ctrTitle"/>
          </p:nvPr>
        </p:nvSpPr>
        <p:spPr>
          <a:xfrm>
            <a:off x="98471" y="156977"/>
            <a:ext cx="5363858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9" name="Google Shape;349;p44"/>
          <p:cNvSpPr txBox="1"/>
          <p:nvPr>
            <p:ph idx="1" type="subTitle"/>
          </p:nvPr>
        </p:nvSpPr>
        <p:spPr>
          <a:xfrm>
            <a:off x="98471" y="1632262"/>
            <a:ext cx="5364006" cy="488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0" name="Google Shape;350;p44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1" name="Google Shape;351;p44"/>
          <p:cNvSpPr txBox="1"/>
          <p:nvPr>
            <p:ph idx="3" type="body"/>
          </p:nvPr>
        </p:nvSpPr>
        <p:spPr>
          <a:xfrm>
            <a:off x="98029" y="2349471"/>
            <a:ext cx="5364299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4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4"/>
          <p:cNvSpPr/>
          <p:nvPr>
            <p:ph idx="4" type="pic"/>
          </p:nvPr>
        </p:nvSpPr>
        <p:spPr>
          <a:xfrm>
            <a:off x="5635487" y="106051"/>
            <a:ext cx="3410483" cy="45415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_Title Slide">
  <p:cSld name="46_Title Slide">
    <p:bg>
      <p:bgPr>
        <a:solidFill>
          <a:schemeClr val="l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/>
          <p:nvPr>
            <p:ph type="ctrTitle"/>
          </p:nvPr>
        </p:nvSpPr>
        <p:spPr>
          <a:xfrm>
            <a:off x="98471" y="156977"/>
            <a:ext cx="6522463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7" name="Google Shape;357;p45"/>
          <p:cNvSpPr txBox="1"/>
          <p:nvPr>
            <p:ph idx="1" type="subTitle"/>
          </p:nvPr>
        </p:nvSpPr>
        <p:spPr>
          <a:xfrm>
            <a:off x="98471" y="1632262"/>
            <a:ext cx="6855223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8" name="Google Shape;358;p45"/>
          <p:cNvSpPr txBox="1"/>
          <p:nvPr>
            <p:ph idx="2" type="body"/>
          </p:nvPr>
        </p:nvSpPr>
        <p:spPr>
          <a:xfrm>
            <a:off x="98029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9" name="Google Shape;359;p45"/>
          <p:cNvSpPr txBox="1"/>
          <p:nvPr>
            <p:ph idx="3" type="body"/>
          </p:nvPr>
        </p:nvSpPr>
        <p:spPr>
          <a:xfrm>
            <a:off x="98029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45"/>
          <p:cNvSpPr txBox="1"/>
          <p:nvPr>
            <p:ph idx="4" type="body"/>
          </p:nvPr>
        </p:nvSpPr>
        <p:spPr>
          <a:xfrm>
            <a:off x="2287777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p45"/>
          <p:cNvSpPr txBox="1"/>
          <p:nvPr>
            <p:ph idx="5" type="body"/>
          </p:nvPr>
        </p:nvSpPr>
        <p:spPr>
          <a:xfrm>
            <a:off x="2287777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2" name="Google Shape;362;p45"/>
          <p:cNvSpPr txBox="1"/>
          <p:nvPr>
            <p:ph idx="6" type="body"/>
          </p:nvPr>
        </p:nvSpPr>
        <p:spPr>
          <a:xfrm>
            <a:off x="4549713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3" name="Google Shape;363;p45"/>
          <p:cNvSpPr txBox="1"/>
          <p:nvPr>
            <p:ph idx="7" type="body"/>
          </p:nvPr>
        </p:nvSpPr>
        <p:spPr>
          <a:xfrm>
            <a:off x="4549713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4" name="Google Shape;364;p45"/>
          <p:cNvSpPr txBox="1"/>
          <p:nvPr>
            <p:ph idx="8" type="body"/>
          </p:nvPr>
        </p:nvSpPr>
        <p:spPr>
          <a:xfrm>
            <a:off x="6763523" y="2620490"/>
            <a:ext cx="1190625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Stardos Stencil"/>
                <a:ea typeface="Stardos Stencil"/>
                <a:cs typeface="Stardos Stencil"/>
                <a:sym typeface="Stardos Stenci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5" name="Google Shape;365;p45"/>
          <p:cNvSpPr txBox="1"/>
          <p:nvPr>
            <p:ph idx="9" type="body"/>
          </p:nvPr>
        </p:nvSpPr>
        <p:spPr>
          <a:xfrm>
            <a:off x="6763523" y="3366251"/>
            <a:ext cx="2057400" cy="63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45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5"/>
          <p:cNvSpPr txBox="1"/>
          <p:nvPr>
            <p:ph idx="13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45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Title Slide">
  <p:cSld name="33_Title Slide">
    <p:bg>
      <p:bgPr>
        <a:solidFill>
          <a:schemeClr val="lt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/>
          <p:nvPr>
            <p:ph type="ctrTitle"/>
          </p:nvPr>
        </p:nvSpPr>
        <p:spPr>
          <a:xfrm>
            <a:off x="98029" y="110665"/>
            <a:ext cx="4694104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2" name="Google Shape;372;p46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73" name="Google Shape;373;p46"/>
          <p:cNvSpPr txBox="1"/>
          <p:nvPr>
            <p:ph idx="2" type="body"/>
          </p:nvPr>
        </p:nvSpPr>
        <p:spPr>
          <a:xfrm>
            <a:off x="1195570" y="4439841"/>
            <a:ext cx="3376428" cy="6254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74" name="Google Shape;37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601" y="4312356"/>
            <a:ext cx="1006087" cy="74450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6"/>
          <p:cNvSpPr/>
          <p:nvPr>
            <p:ph idx="3" type="pic"/>
          </p:nvPr>
        </p:nvSpPr>
        <p:spPr>
          <a:xfrm>
            <a:off x="4792133" y="110665"/>
            <a:ext cx="3182282" cy="4935468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sp>
      <p:sp>
        <p:nvSpPr>
          <p:cNvPr id="376" name="Google Shape;376;p46"/>
          <p:cNvSpPr/>
          <p:nvPr/>
        </p:nvSpPr>
        <p:spPr>
          <a:xfrm>
            <a:off x="8057051" y="110665"/>
            <a:ext cx="988920" cy="4954661"/>
          </a:xfrm>
          <a:prstGeom prst="roundRect">
            <a:avLst>
              <a:gd fmla="val 591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6"/>
          <p:cNvSpPr txBox="1"/>
          <p:nvPr>
            <p:ph idx="4" type="body"/>
          </p:nvPr>
        </p:nvSpPr>
        <p:spPr>
          <a:xfrm>
            <a:off x="8144933" y="4703049"/>
            <a:ext cx="818403" cy="2479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_Title Slide">
  <p:cSld name="48_Title Slide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/>
          <p:nvPr/>
        </p:nvSpPr>
        <p:spPr>
          <a:xfrm rot="5400000">
            <a:off x="4148827" y="670350"/>
            <a:ext cx="333001" cy="8434599"/>
          </a:xfrm>
          <a:prstGeom prst="roundRect">
            <a:avLst>
              <a:gd fmla="val 1309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7"/>
          <p:cNvSpPr txBox="1"/>
          <p:nvPr>
            <p:ph type="ctrTitle"/>
          </p:nvPr>
        </p:nvSpPr>
        <p:spPr>
          <a:xfrm>
            <a:off x="98471" y="156977"/>
            <a:ext cx="5363858" cy="833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1" name="Google Shape;381;p47"/>
          <p:cNvSpPr txBox="1"/>
          <p:nvPr>
            <p:ph idx="1" type="subTitle"/>
          </p:nvPr>
        </p:nvSpPr>
        <p:spPr>
          <a:xfrm>
            <a:off x="98471" y="1632262"/>
            <a:ext cx="5364006" cy="488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2" name="Google Shape;382;p47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3" name="Google Shape;383;p47"/>
          <p:cNvSpPr txBox="1"/>
          <p:nvPr>
            <p:ph idx="3" type="body"/>
          </p:nvPr>
        </p:nvSpPr>
        <p:spPr>
          <a:xfrm>
            <a:off x="98029" y="2349471"/>
            <a:ext cx="5364299" cy="16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47"/>
          <p:cNvSpPr txBox="1"/>
          <p:nvPr/>
        </p:nvSpPr>
        <p:spPr>
          <a:xfrm>
            <a:off x="187664" y="48207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969" y="4723858"/>
            <a:ext cx="450001" cy="333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7"/>
          <p:cNvSpPr/>
          <p:nvPr>
            <p:ph idx="4" type="pic"/>
          </p:nvPr>
        </p:nvSpPr>
        <p:spPr>
          <a:xfrm>
            <a:off x="5635487" y="106051"/>
            <a:ext cx="3410483" cy="45415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28808" y="273844"/>
            <a:ext cx="7107835" cy="12450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28808" y="1653436"/>
            <a:ext cx="8186542" cy="29792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28808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/>
          <p:nvPr>
            <p:ph type="ctrTitle"/>
          </p:nvPr>
        </p:nvSpPr>
        <p:spPr>
          <a:xfrm>
            <a:off x="98029" y="110665"/>
            <a:ext cx="4473971" cy="9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ru"/>
              <a:t>Статус B2B</a:t>
            </a:r>
            <a:endParaRPr/>
          </a:p>
        </p:txBody>
      </p:sp>
      <p:sp>
        <p:nvSpPr>
          <p:cNvPr id="392" name="Google Shape;392;p48"/>
          <p:cNvSpPr txBox="1"/>
          <p:nvPr>
            <p:ph idx="1" type="subTitle"/>
          </p:nvPr>
        </p:nvSpPr>
        <p:spPr>
          <a:xfrm>
            <a:off x="98029" y="1140729"/>
            <a:ext cx="4473971" cy="6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ru"/>
              <a:t>&lt;%date&gt;</a:t>
            </a:r>
            <a:endParaRPr/>
          </a:p>
        </p:txBody>
      </p:sp>
      <p:pic>
        <p:nvPicPr>
          <p:cNvPr id="393" name="Google Shape;393;p48" title="image 1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36930" r="6107" t="0"/>
          <a:stretch/>
        </p:blipFill>
        <p:spPr>
          <a:xfrm>
            <a:off x="4604278" y="110675"/>
            <a:ext cx="4447500" cy="4935600"/>
          </a:xfrm>
          <a:prstGeom prst="roundRect">
            <a:avLst>
              <a:gd fmla="val 186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49" title="Группа 13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07" l="0" r="0" t="797"/>
          <a:stretch/>
        </p:blipFill>
        <p:spPr>
          <a:xfrm>
            <a:off x="98029" y="110665"/>
            <a:ext cx="3182400" cy="4122600"/>
          </a:xfrm>
          <a:prstGeom prst="roundRect">
            <a:avLst>
              <a:gd fmla="val 16667" name="adj"/>
            </a:avLst>
          </a:prstGeom>
        </p:spPr>
      </p:pic>
      <p:sp>
        <p:nvSpPr>
          <p:cNvPr id="399" name="Google Shape;399;p49"/>
          <p:cNvSpPr txBox="1"/>
          <p:nvPr>
            <p:ph idx="3" type="body"/>
          </p:nvPr>
        </p:nvSpPr>
        <p:spPr>
          <a:xfrm>
            <a:off x="170692" y="4752342"/>
            <a:ext cx="3036900" cy="22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9"/>
          <p:cNvSpPr txBox="1"/>
          <p:nvPr>
            <p:ph idx="4294967295" type="body"/>
          </p:nvPr>
        </p:nvSpPr>
        <p:spPr>
          <a:xfrm>
            <a:off x="3505050" y="145775"/>
            <a:ext cx="4474200" cy="49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lang="ru" sz="1000"/>
              <a:t>&lt;$date&gt; | &lt;$news&gt; | &lt;$description&gt;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•"/>
            </a:pPr>
            <a:r>
              <a:rPr lang="ru" sz="1000"/>
              <a:t>&lt;$date&gt; | &lt;$news&gt; | &lt;$description&gt;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50" title="Группа 14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4349" r="4857" t="0"/>
          <a:stretch/>
        </p:blipFill>
        <p:spPr>
          <a:xfrm>
            <a:off x="4792133" y="110665"/>
            <a:ext cx="3182400" cy="4935600"/>
          </a:xfrm>
          <a:prstGeom prst="roundRect">
            <a:avLst>
              <a:gd fmla="val 16667" name="adj"/>
            </a:avLst>
          </a:prstGeom>
        </p:spPr>
      </p:pic>
      <p:sp>
        <p:nvSpPr>
          <p:cNvPr id="406" name="Google Shape;406;p50"/>
          <p:cNvSpPr txBox="1"/>
          <p:nvPr>
            <p:ph idx="4" type="body"/>
          </p:nvPr>
        </p:nvSpPr>
        <p:spPr>
          <a:xfrm>
            <a:off x="8144933" y="4703049"/>
            <a:ext cx="818400" cy="247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0"/>
          <p:cNvSpPr txBox="1"/>
          <p:nvPr>
            <p:ph idx="4" type="body"/>
          </p:nvPr>
        </p:nvSpPr>
        <p:spPr>
          <a:xfrm>
            <a:off x="97800" y="114000"/>
            <a:ext cx="4474200" cy="49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 sz="1000">
                <a:solidFill>
                  <a:schemeClr val="dk1"/>
                </a:solidFill>
              </a:rPr>
              <a:t>&lt;$date&gt; | &lt;$start&gt; | &lt;$description&gt;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/>
          <p:nvPr>
            <p:ph type="ctrTitle"/>
          </p:nvPr>
        </p:nvSpPr>
        <p:spPr>
          <a:xfrm>
            <a:off x="98475" y="156975"/>
            <a:ext cx="8970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413" name="Google Shape;413;p51"/>
          <p:cNvSpPr txBox="1"/>
          <p:nvPr>
            <p:ph idx="4" type="body"/>
          </p:nvPr>
        </p:nvSpPr>
        <p:spPr>
          <a:xfrm>
            <a:off x="98025" y="515375"/>
            <a:ext cx="8900700" cy="4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2"/>
          <p:cNvSpPr txBox="1"/>
          <p:nvPr>
            <p:ph type="ctrTitle"/>
          </p:nvPr>
        </p:nvSpPr>
        <p:spPr>
          <a:xfrm>
            <a:off x="98475" y="156975"/>
            <a:ext cx="89649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419" name="Google Shape;419;p52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p52"/>
          <p:cNvSpPr txBox="1"/>
          <p:nvPr>
            <p:ph idx="3" type="body"/>
          </p:nvPr>
        </p:nvSpPr>
        <p:spPr>
          <a:xfrm>
            <a:off x="98025" y="503050"/>
            <a:ext cx="8900700" cy="4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3"/>
          <p:cNvSpPr txBox="1"/>
          <p:nvPr>
            <p:ph type="ctrTitle"/>
          </p:nvPr>
        </p:nvSpPr>
        <p:spPr>
          <a:xfrm>
            <a:off x="98175" y="130075"/>
            <a:ext cx="89007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426" name="Google Shape;426;p53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p53"/>
          <p:cNvSpPr txBox="1"/>
          <p:nvPr>
            <p:ph idx="3" type="body"/>
          </p:nvPr>
        </p:nvSpPr>
        <p:spPr>
          <a:xfrm>
            <a:off x="98025" y="484575"/>
            <a:ext cx="8900700" cy="4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4"/>
          <p:cNvSpPr txBox="1"/>
          <p:nvPr>
            <p:ph type="ctrTitle"/>
          </p:nvPr>
        </p:nvSpPr>
        <p:spPr>
          <a:xfrm>
            <a:off x="98475" y="156975"/>
            <a:ext cx="89007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433" name="Google Shape;433;p54"/>
          <p:cNvSpPr txBox="1"/>
          <p:nvPr>
            <p:ph idx="2" type="body"/>
          </p:nvPr>
        </p:nvSpPr>
        <p:spPr>
          <a:xfrm>
            <a:off x="6434873" y="4794733"/>
            <a:ext cx="19782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54"/>
          <p:cNvSpPr txBox="1"/>
          <p:nvPr>
            <p:ph idx="3" type="body"/>
          </p:nvPr>
        </p:nvSpPr>
        <p:spPr>
          <a:xfrm>
            <a:off x="98025" y="509225"/>
            <a:ext cx="8900700" cy="4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5"/>
          <p:cNvSpPr txBox="1"/>
          <p:nvPr>
            <p:ph type="ctrTitle"/>
          </p:nvPr>
        </p:nvSpPr>
        <p:spPr>
          <a:xfrm>
            <a:off x="98475" y="156975"/>
            <a:ext cx="8900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440" name="Google Shape;440;p55"/>
          <p:cNvSpPr txBox="1"/>
          <p:nvPr>
            <p:ph idx="2" type="body"/>
          </p:nvPr>
        </p:nvSpPr>
        <p:spPr>
          <a:xfrm>
            <a:off x="6434873" y="4794733"/>
            <a:ext cx="1978230" cy="1858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p55"/>
          <p:cNvSpPr txBox="1"/>
          <p:nvPr>
            <p:ph idx="3" type="body"/>
          </p:nvPr>
        </p:nvSpPr>
        <p:spPr>
          <a:xfrm>
            <a:off x="98025" y="484575"/>
            <a:ext cx="8900700" cy="4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Office Theme">
  <a:themeElements>
    <a:clrScheme name="Другая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3495"/>
      </a:accent1>
      <a:accent2>
        <a:srgbClr val="0000FF"/>
      </a:accent2>
      <a:accent3>
        <a:srgbClr val="00BFFF"/>
      </a:accent3>
      <a:accent4>
        <a:srgbClr val="A7FC00"/>
      </a:accent4>
      <a:accent5>
        <a:srgbClr val="1EE7CA"/>
      </a:accent5>
      <a:accent6>
        <a:srgbClr val="C882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